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A6CF4"/>
          </a:solidFill>
          <a:ln w="12700">
            <a:solidFill>
              <a:srgbClr val="3A6CF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813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99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 Presentation</a:t>
            </a:r>
            <a:endParaRPr lang="en-US" sz="3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 Goes Here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75488" y="274320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555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Subtitle or institution — 2026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86384" y="6656832"/>
            <a:ext cx="10607040" cy="0"/>
          </a:xfrm>
          <a:prstGeom prst="line">
            <a:avLst/>
          </a:prstGeom>
          <a:noFill/>
          <a:ln w="9525">
            <a:solidFill>
              <a:srgbClr val="E8E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473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918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99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22960" y="713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核心发现</a:t>
            </a:r>
            <a:endParaRPr lang="en-US" sz="1510" dirty="0"/>
          </a:p>
        </p:txBody>
      </p:sp>
      <p:sp>
        <p:nvSpPr>
          <p:cNvPr id="4" name="Text 2"/>
          <p:cNvSpPr/>
          <p:nvPr/>
        </p:nvSpPr>
        <p:spPr>
          <a:xfrm>
            <a:off x="822960" y="1060704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780" b="1" dirty="0">
                <a:solidFill>
                  <a:srgbClr val="9999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Findings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822960" y="987552"/>
            <a:ext cx="292608" cy="0"/>
          </a:xfrm>
          <a:prstGeom prst="line">
            <a:avLst/>
          </a:prstGeom>
          <a:noFill/>
          <a:ln w="25400">
            <a:solidFill>
              <a:srgbClr val="3A6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828800"/>
            <a:ext cx="3255264" cy="3474720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635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CF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487168"/>
            <a:ext cx="29260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光色调背景更适合学术汇报和正式场合，给人以专业和可信的感觉。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255264" cy="3474720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635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CF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487168"/>
            <a:ext cx="29260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蓝色主色调契合学术风格，使用 3A6CF4 作为精准蓝，清晰且不强势。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3255264" cy="3474720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6350">
            <a:solidFill>
              <a:srgbClr val="E8E8E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36992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6CF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6992" y="2487168"/>
            <a:ext cx="29260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55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白色卡片 + 细框 + 轻阴影构成了轻量级的层次感，替代黑底的毛玻璃面板。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" y="6656832"/>
            <a:ext cx="10607040" cy="0"/>
          </a:xfrm>
          <a:prstGeom prst="line">
            <a:avLst/>
          </a:prstGeom>
          <a:noFill/>
          <a:ln w="9525">
            <a:solidFill>
              <a:srgbClr val="E8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0" y="6473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Academic Template</dc:title>
  <dc:subject>PptxGenJS Presentation</dc:subject>
  <dc:creator>PptxGenJS</dc:creator>
  <cp:lastModifiedBy>PptxGenJS</cp:lastModifiedBy>
  <cp:revision>1</cp:revision>
  <dcterms:created xsi:type="dcterms:W3CDTF">2026-03-18T12:54:37Z</dcterms:created>
  <dcterms:modified xsi:type="dcterms:W3CDTF">2026-03-18T12:54:37Z</dcterms:modified>
</cp:coreProperties>
</file>